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02920"/>
            <a:ext cx="2011680" cy="2011680"/>
          </a:xfrm>
          <a:prstGeom prst="ellipse">
            <a:avLst/>
          </a:prstGeom>
          <a:solidFill>
            <a:srgbClr val="4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6766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9D6FF"/>
                </a:solidFill>
                <a:latin typeface="Aptos"/>
              </a:rPr>
              <a:t>JOB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"/>
              </a:rPr>
              <a:t>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6583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Aptos"/>
              </a:rPr>
              <a:t>Data-driven insights into hiring trends, skill demand, and labor market movement.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2926080" cy="731520"/>
          </a:xfrm>
          <a:prstGeom prst="rect">
            <a:avLst/>
          </a:prstGeom>
          <a:solidFill>
            <a:srgbClr val="4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8FAFC"/>
                </a:solidFill>
              </a:rPr>
              <a:t>ETL + AI +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371600"/>
            <a:ext cx="3108960" cy="3474720"/>
          </a:xfrm>
          <a:prstGeom prst="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8288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9D6FF"/>
                </a:solidFill>
              </a:rP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4688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8FAFC"/>
                </a:solidFill>
              </a:rPr>
              <a:t>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108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2E8F0"/>
                </a:solidFill>
              </a:rPr>
              <a:t>Hiring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74903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9D6FF"/>
                </a:solidFill>
              </a:rPr>
              <a:t>AI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Turning raw job data into actionable market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19202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00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2871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The job market changes fast. Employers, candidates, and analysts need more than static listings—they need trends, signals, and decisions backed by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19202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474720" cy="73152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993392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331720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This platform collects, cleans, and analyzes job market data to create a real-time, searchable view of hiring demand and skill evolution.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291840" cy="19202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291840" cy="73152"/>
          </a:xfrm>
          <a:prstGeom prst="rect">
            <a:avLst/>
          </a:prstGeom>
          <a:solidFill>
            <a:srgbClr val="4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993392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31720"/>
            <a:ext cx="29626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It supports smarter recruiting, more focused career planning, and deeper understanding of where industries and skills are moving.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2560320" cy="10972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709160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Data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956048"/>
            <a:ext cx="2231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Multiple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413248"/>
            <a:ext cx="2231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APIs, jobs, market feeds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572000"/>
            <a:ext cx="2560320" cy="10972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4709160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4956048"/>
            <a:ext cx="2231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Clean + 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5413248"/>
            <a:ext cx="2231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Structured for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4572000"/>
            <a:ext cx="2560320" cy="10972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4709160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4956048"/>
            <a:ext cx="2231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AI guided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5413248"/>
            <a:ext cx="2231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Skills, trends,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Building a smart ecosystem around labor market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937760" cy="9144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4708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8FAFC"/>
                </a:solidFill>
                <a:latin typeface="Aptos"/>
              </a:rPr>
              <a:t>1. Collect job-related data from multiple sources and maintain consistent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4937760" cy="9144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03580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8FAFC"/>
                </a:solidFill>
                <a:latin typeface="Aptos"/>
              </a:rPr>
              <a:t>2. Transform raw information into structured, query-friendly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4937760" cy="9144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22452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8FAFC"/>
                </a:solidFill>
                <a:latin typeface="Aptos"/>
              </a:rPr>
              <a:t>3. Identify skill trends, hiring hotspots, and role demand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737360"/>
            <a:ext cx="4937760" cy="9144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84708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8FAFC"/>
                </a:solidFill>
                <a:latin typeface="Aptos"/>
              </a:rPr>
              <a:t>4. Support career and recruitment decisions with actionable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26080"/>
            <a:ext cx="4937760" cy="9144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1" y="303580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8FAFC"/>
                </a:solidFill>
                <a:latin typeface="Aptos"/>
              </a:rPr>
              <a:t>5. Provide a dashboard experience that makes complex signals easy to understand.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4114800"/>
            <a:ext cx="4937760" cy="9144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422452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8FAFC"/>
                </a:solidFill>
                <a:latin typeface="Aptos"/>
              </a:rPr>
              <a:t>6. Integrate AI features for recommendations and conversational querying.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A connected workflow from raw market signals to intelligent decision-making.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645920" cy="914400"/>
          </a:xfrm>
          <a:prstGeom prst="roundRect">
            <a:avLst/>
          </a:prstGeom>
          <a:solidFill>
            <a:srgbClr val="4388FF"/>
          </a:solidFill>
          <a:ln w="1270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30552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Data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965960"/>
            <a:ext cx="1737360" cy="914400"/>
          </a:xfrm>
          <a:prstGeom prst="roundRect">
            <a:avLst/>
          </a:prstGeom>
          <a:solidFill>
            <a:srgbClr val="16BDCA"/>
          </a:solidFill>
          <a:ln w="1270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130552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ETL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965960"/>
            <a:ext cx="1737360" cy="91440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130552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965960"/>
            <a:ext cx="1920240" cy="914400"/>
          </a:xfrm>
          <a:prstGeom prst="roundRect">
            <a:avLst/>
          </a:prstGeom>
          <a:solidFill>
            <a:srgbClr val="49D6FF"/>
          </a:solidFill>
          <a:ln w="1270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13055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AI &amp;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965960"/>
            <a:ext cx="2011680" cy="914400"/>
          </a:xfrm>
          <a:prstGeom prst="roundRect">
            <a:avLst/>
          </a:prstGeom>
          <a:solidFill>
            <a:srgbClr val="4388FF"/>
          </a:solidFill>
          <a:ln w="1270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13055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Dashboard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77440" y="2423160"/>
            <a:ext cx="274320" cy="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389120" y="2423160"/>
            <a:ext cx="365760" cy="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492240" y="2423160"/>
            <a:ext cx="457200" cy="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869680" y="2423160"/>
            <a:ext cx="365760" cy="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749039"/>
            <a:ext cx="3291840" cy="16459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749039"/>
            <a:ext cx="329184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913631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Input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251959"/>
            <a:ext cx="29626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Job boards, public APIs, and market data feeds bring real-time hiring information into the system.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749039"/>
            <a:ext cx="3291840" cy="16459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749039"/>
            <a:ext cx="3291840" cy="73152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913631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Processing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251959"/>
            <a:ext cx="29626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Extraction, cleaning, normalization, and transformation standardize structured insights for analysis.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749039"/>
            <a:ext cx="3291840" cy="16459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3749039"/>
            <a:ext cx="3291840" cy="73152"/>
          </a:xfrm>
          <a:prstGeom prst="rect">
            <a:avLst/>
          </a:prstGeom>
          <a:solidFill>
            <a:srgbClr val="4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1" y="3913631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Output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4251959"/>
            <a:ext cx="29626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Analytics, recommendations, and visual dashboards turn data into business-ready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The project blends analytics, intelligence, and usability in one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200400" cy="14630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3200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0195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Real-time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4028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Scheduled and ongoing ingestion keeps the platform updated with current labor market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200400" cy="14630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200400" cy="73152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0195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Skill taxonomy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4028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Classification and mapping of roles and skill sets make market demand easier to interpret.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200400" cy="14630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3200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90195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Trend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24028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Filters for industry, location, and role reveal changing patterns across the market.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200400" cy="14630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3200400" cy="73152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82219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AI-driven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16052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Natural-language queries and recommendations help users explore complex hiring trends faster.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57600"/>
            <a:ext cx="3200400" cy="14630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657600"/>
            <a:ext cx="3200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82219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Dashboard interface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16052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Web-based views convert data into effective charts, summaries, and decision support.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657600"/>
            <a:ext cx="3200400" cy="146304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657600"/>
            <a:ext cx="3200400" cy="73152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382219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Scalable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4160520"/>
            <a:ext cx="28712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A structured architecture supports future growth, new data sources, and richer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Data Flow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A clean pipeline that turns raw signals into structured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828800" cy="1005840"/>
          </a:xfrm>
          <a:prstGeom prst="roundRect">
            <a:avLst/>
          </a:prstGeom>
          <a:solidFill>
            <a:srgbClr val="4388FF"/>
          </a:solidFill>
          <a:ln w="1270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1. Collect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011680"/>
            <a:ext cx="2011680" cy="1005840"/>
          </a:xfrm>
          <a:prstGeom prst="roundRect">
            <a:avLst/>
          </a:prstGeom>
          <a:solidFill>
            <a:srgbClr val="16BDCA"/>
          </a:solidFill>
          <a:ln w="1270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17627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2. Clean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011680"/>
            <a:ext cx="1920240" cy="10058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7627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3.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11680"/>
            <a:ext cx="1828800" cy="1005840"/>
          </a:xfrm>
          <a:prstGeom prst="roundRect">
            <a:avLst/>
          </a:prstGeom>
          <a:solidFill>
            <a:srgbClr val="49D6FF"/>
          </a:solidFill>
          <a:ln w="1270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176272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4. 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011680"/>
            <a:ext cx="1920240" cy="1005840"/>
          </a:xfrm>
          <a:prstGeom prst="roundRect">
            <a:avLst/>
          </a:prstGeom>
          <a:solidFill>
            <a:srgbClr val="4388FF"/>
          </a:solidFill>
          <a:ln w="1270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176272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5. Visualize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80" y="2514600"/>
            <a:ext cx="182880" cy="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4754880" y="2514600"/>
            <a:ext cx="182880" cy="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040880" y="2514600"/>
            <a:ext cx="182880" cy="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326880" y="2514600"/>
            <a:ext cx="182880" cy="0"/>
          </a:xfrm>
          <a:prstGeom prst="rightArrow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4572000" cy="15544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840480"/>
            <a:ext cx="45720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005072"/>
            <a:ext cx="4242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Pipeline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343400"/>
            <a:ext cx="4242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Collection is consistent and repeatable, transformation removes noise and standardizes values, and storage ensures clean, queryable datasets for deeper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40480"/>
            <a:ext cx="4754880" cy="15544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840480"/>
            <a:ext cx="4754880" cy="73152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005072"/>
            <a:ext cx="4425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Analytical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343400"/>
            <a:ext cx="44256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This structure becomes the foundation for dashboards, role comparisons, trend forecasting, and AI-supported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AI Intelligence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Giving users a smarter way to explore the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18288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329184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01952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Skill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29626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The system identifies key skills, relationships between roles, and skills that are rising in demand across industries.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291840" cy="18288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3291840" cy="73152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01952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Recommendation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240280"/>
            <a:ext cx="29626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AI can highlight market opportunities and suggest roles or skill development paths based on trends.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200400" cy="18288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200400" cy="73152"/>
          </a:xfrm>
          <a:prstGeom prst="rect">
            <a:avLst/>
          </a:prstGeom>
          <a:solidFill>
            <a:srgbClr val="4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901952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Chatbot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240280"/>
            <a:ext cx="28712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Users can ask natural-language questions to understand demand, gaps, or hiring patterns quickly.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297680"/>
            <a:ext cx="2560320" cy="11887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434840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Trend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681728"/>
            <a:ext cx="2231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Market Pulse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5138928"/>
            <a:ext cx="2231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Role + skill 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97680"/>
            <a:ext cx="2560320" cy="11887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4434840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Opportunity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681728"/>
            <a:ext cx="2231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Match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5138928"/>
            <a:ext cx="2231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Candidate vs role fit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4297680"/>
            <a:ext cx="2560320" cy="11887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4434840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Insight 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681728"/>
            <a:ext cx="22311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Conversational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5138928"/>
            <a:ext cx="2231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AI explanations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Dashboard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A user-facing layer built for clarity and fast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4480560"/>
          </a:xfrm>
          <a:prstGeom prst="rect">
            <a:avLst/>
          </a:prstGeom>
          <a:solidFill>
            <a:srgbClr val="0F2031"/>
          </a:solidFill>
          <a:ln w="1270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2194560" cy="11887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57400"/>
            <a:ext cx="1865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Open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04288"/>
            <a:ext cx="18653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12.4k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761488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+8.2% MoM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194560" cy="11887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057400"/>
            <a:ext cx="1865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Skill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04288"/>
            <a:ext cx="18653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AI/ML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761488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High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920240"/>
            <a:ext cx="2194560" cy="11887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2057400"/>
            <a:ext cx="1865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304288"/>
            <a:ext cx="18653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Top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761488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Hiring hubs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920240"/>
            <a:ext cx="2194560" cy="11887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9952" y="2057400"/>
            <a:ext cx="1865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304288"/>
            <a:ext cx="18653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2761488"/>
            <a:ext cx="18653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Next quarter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389120"/>
            <a:ext cx="731520" cy="822960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51760" y="4389120"/>
            <a:ext cx="731520" cy="1051560"/>
          </a:xfrm>
          <a:prstGeom prst="rect">
            <a:avLst/>
          </a:prstGeom>
          <a:solidFill>
            <a:srgbClr val="4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389120"/>
            <a:ext cx="731520" cy="1280160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4389120"/>
            <a:ext cx="731520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4389120"/>
            <a:ext cx="731520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4389120"/>
            <a:ext cx="731520" cy="822960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95360" y="3931920"/>
            <a:ext cx="2468880" cy="10972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95360" y="3931920"/>
            <a:ext cx="246888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9952" y="4096512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Dashboard Goal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4434840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Make market signals actionable, not overwhelming.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What Makes It Unique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Designing the project as a market intelligence platform, not just a data extractor.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846320" cy="16459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484632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Market-first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517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It focuses on labor movement, hiring demand, and skill evolution rather than isolated job postings.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737360"/>
            <a:ext cx="4846320" cy="16459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737360"/>
            <a:ext cx="4846320" cy="73152"/>
          </a:xfrm>
          <a:prstGeom prst="rect">
            <a:avLst/>
          </a:prstGeom>
          <a:solidFill>
            <a:srgbClr val="4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901952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AI-assisted 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1" y="2240280"/>
            <a:ext cx="4517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Users can query trends in plain language and discover patterns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4846320" cy="16459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484632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13631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Modular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251959"/>
            <a:ext cx="4517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The system is structured for future expansion, additional sources, and stronger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749039"/>
            <a:ext cx="4846320" cy="164592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749039"/>
            <a:ext cx="4846320" cy="73152"/>
          </a:xfrm>
          <a:prstGeom prst="rect">
            <a:avLst/>
          </a:prstGeom>
          <a:solidFill>
            <a:srgbClr val="4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3913631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Decision-ready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4251959"/>
            <a:ext cx="4517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The dashboard is designed for recruiters, job seekers, and analysts to act on insights without technical friction.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Impact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91440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Aptos"/>
              </a:rPr>
              <a:t>A platform ready to support better decisions in a changing job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4846320" cy="22860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4846320" cy="73152"/>
          </a:xfrm>
          <a:prstGeom prst="rect">
            <a:avLst/>
          </a:prstGeom>
          <a:solidFill>
            <a:srgbClr val="49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993392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331720"/>
            <a:ext cx="4517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This platform helps employers understand talent demand, supports job seekers with realistic market signals, and gives analysts a clearer view of market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4846320" cy="228600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4846320" cy="73152"/>
          </a:xfrm>
          <a:prstGeom prst="rect">
            <a:avLst/>
          </a:prstGeom>
          <a:solidFill>
            <a:srgbClr val="16BD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993392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ptos"/>
              </a:rPr>
              <a:t>Next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331720"/>
            <a:ext cx="451713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Aptos"/>
              </a:defRPr>
            </a:pPr>
            <a:r>
              <a:t>Expand data sources, refine AI interpretation, add forecasting, and improve the dashboard with deeper role and region segmentation.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663440"/>
            <a:ext cx="2743200" cy="10972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480060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5047488"/>
            <a:ext cx="2414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Recruiting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5504688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Hiring trend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63440"/>
            <a:ext cx="2743200" cy="10972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16B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80060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5047488"/>
            <a:ext cx="2414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Career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5504688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Skill pathways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663440"/>
            <a:ext cx="2743200" cy="1097280"/>
          </a:xfrm>
          <a:prstGeom prst="roundRect">
            <a:avLst/>
          </a:prstGeom>
          <a:solidFill>
            <a:srgbClr val="14273B"/>
          </a:solidFill>
          <a:ln w="15240">
            <a:solidFill>
              <a:srgbClr val="4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480060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E2E8F0"/>
                </a:solidFill>
                <a:latin typeface="Aptos"/>
              </a:rPr>
              <a:t>Use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5047488"/>
            <a:ext cx="2414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Market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5504688"/>
            <a:ext cx="2414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ptos"/>
              </a:rPr>
              <a:t>Industry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Analytics Project</dc:title>
  <dc:subject>Project overview and architecture presentation</dc:subject>
  <dc:creator>GitHub Copilot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